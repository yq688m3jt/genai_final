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aae93fc383440c" /><Relationship Type="http://schemas.openxmlformats.org/officeDocument/2006/relationships/extended-properties" Target="/docProps/app.xml" Id="R01c87a9d23b6432a" /><Relationship Type="http://schemas.openxmlformats.org/officeDocument/2006/relationships/officeDocument" Target="/ppt/presentation.xml" Id="Re9b2de7f381c4c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3ef365bf9d4d0b"/>
  </p:sldMasterIdLst>
  <p:notesMasterIdLst>
    <p:notesMasterId xmlns:r="http://schemas.openxmlformats.org/officeDocument/2006/relationships" r:id="R7566b4dc3791471a"/>
  </p:notesMasterIdLst>
  <p:sldIdLst>
    <p:sldId xmlns:r="http://schemas.openxmlformats.org/officeDocument/2006/relationships" id="256" r:id="Rf46e9fccef514253"/>
    <p:sldId xmlns:r="http://schemas.openxmlformats.org/officeDocument/2006/relationships" id="257" r:id="R35aabe660ade452a"/>
    <p:sldId xmlns:r="http://schemas.openxmlformats.org/officeDocument/2006/relationships" id="258" r:id="Rb4c036d6b7f04c8a"/>
    <p:sldId xmlns:r="http://schemas.openxmlformats.org/officeDocument/2006/relationships" id="259" r:id="R48f526bf809a4779"/>
    <p:sldId xmlns:r="http://schemas.openxmlformats.org/officeDocument/2006/relationships" id="260" r:id="R8d21a54c759c422a"/>
    <p:sldId xmlns:r="http://schemas.openxmlformats.org/officeDocument/2006/relationships" id="261" r:id="R60527e1f13574d82"/>
    <p:sldId xmlns:r="http://schemas.openxmlformats.org/officeDocument/2006/relationships" id="262" r:id="Ref6929e7b9a04c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ef365bf9d4d0b" /><Relationship Type="http://schemas.openxmlformats.org/officeDocument/2006/relationships/theme" Target="/ppt/theme/theme1.xml" Id="R503bfbc6412a4e1b" /><Relationship Type="http://schemas.openxmlformats.org/officeDocument/2006/relationships/notesMaster" Target="/ppt/notesMasters/notesMaster1.xml" Id="R7566b4dc3791471a" /><Relationship Type="http://schemas.openxmlformats.org/officeDocument/2006/relationships/presProps" Target="/ppt/presProps.xml" Id="R7ebbc44dc64c4e2d" /><Relationship Type="http://schemas.openxmlformats.org/officeDocument/2006/relationships/viewProps" Target="/ppt/viewProps.xml" Id="Rf0c7d52b5e8b422d" /><Relationship Type="http://schemas.openxmlformats.org/officeDocument/2006/relationships/tableStyles" Target="/ppt/tableStyles.xml" Id="R7ffdb98f6d2249eb" /><Relationship Type="http://schemas.openxmlformats.org/officeDocument/2006/relationships/slide" Target="/ppt/slides/slide1.xml" Id="Rf46e9fccef514253" /><Relationship Type="http://schemas.openxmlformats.org/officeDocument/2006/relationships/slide" Target="/ppt/slides/slide2.xml" Id="R35aabe660ade452a" /><Relationship Type="http://schemas.openxmlformats.org/officeDocument/2006/relationships/slide" Target="/ppt/slides/slide3.xml" Id="Rb4c036d6b7f04c8a" /><Relationship Type="http://schemas.openxmlformats.org/officeDocument/2006/relationships/slide" Target="/ppt/slides/slide4.xml" Id="R48f526bf809a4779" /><Relationship Type="http://schemas.openxmlformats.org/officeDocument/2006/relationships/slide" Target="/ppt/slides/slide5.xml" Id="R8d21a54c759c422a" /><Relationship Type="http://schemas.openxmlformats.org/officeDocument/2006/relationships/slide" Target="/ppt/slides/slide6.xml" Id="R60527e1f13574d82" /><Relationship Type="http://schemas.openxmlformats.org/officeDocument/2006/relationships/slide" Target="/ppt/slides/slide7.xml" Id="Ref6929e7b9a04c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eabd801c75549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55efbf102e44b5" /><Relationship Type="http://schemas.openxmlformats.org/officeDocument/2006/relationships/notesMaster" Target="/ppt/notesMasters/notesMaster1.xml" Id="R0add41e75d4e46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c893a105e5479a" /><Relationship Type="http://schemas.openxmlformats.org/officeDocument/2006/relationships/notesMaster" Target="/ppt/notesMasters/notesMaster1.xml" Id="R88ef81bc93ed45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73d4cfdc1f4c76" /><Relationship Type="http://schemas.openxmlformats.org/officeDocument/2006/relationships/notesMaster" Target="/ppt/notesMasters/notesMaster1.xml" Id="R0dae44f7666747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df6bc5ded54bd6" /><Relationship Type="http://schemas.openxmlformats.org/officeDocument/2006/relationships/notesMaster" Target="/ppt/notesMasters/notesMaster1.xml" Id="R052079b7516547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299e338fe74ede" /><Relationship Type="http://schemas.openxmlformats.org/officeDocument/2006/relationships/notesMaster" Target="/ppt/notesMasters/notesMaster1.xml" Id="R98475282c22748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14495990374c42" /><Relationship Type="http://schemas.openxmlformats.org/officeDocument/2006/relationships/notesMaster" Target="/ppt/notesMasters/notesMaster1.xml" Id="R7f40558f91d443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b12e10b91c4f1f" /><Relationship Type="http://schemas.openxmlformats.org/officeDocument/2006/relationships/notesMaster" Target="/ppt/notesMasters/notesMaster1.xml" Id="Rc54c135036b44f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63c2f7032d4a8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79339af2e1f4735" /><Relationship Type="http://schemas.openxmlformats.org/officeDocument/2006/relationships/slideLayout" Target="/ppt/slideLayouts/slideLayout2.xml" Id="R48892e825ab848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892e825ab848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47337e917c47f3" /><Relationship Type="http://schemas.openxmlformats.org/officeDocument/2006/relationships/notesSlide" Target="/ppt/notesSlides/notesSlide1.xml" Id="R4974479559cc49b9" /><Relationship Type="http://schemas.openxmlformats.org/officeDocument/2006/relationships/hyperlink" Target="https://rawcdn.githack.com/yq688m3JT/genAI_final/872e7a818159bc1c1262f42e682d39331a8cc98a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9e8250681847f7" /><Relationship Type="http://schemas.openxmlformats.org/officeDocument/2006/relationships/notesSlide" Target="/ppt/notesSlides/notesSlide2.xml" Id="R2ba92a71a5b247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e9ef51da844511" /><Relationship Type="http://schemas.openxmlformats.org/officeDocument/2006/relationships/notesSlide" Target="/ppt/notesSlides/notesSlide3.xml" Id="Rbc8953b558f446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2beb0dcbcc470e" /><Relationship Type="http://schemas.openxmlformats.org/officeDocument/2006/relationships/notesSlide" Target="/ppt/notesSlides/notesSlide4.xml" Id="R0ffd9a77dcf948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ad5d5e707b4a16" /><Relationship Type="http://schemas.openxmlformats.org/officeDocument/2006/relationships/image" Target="/ppt/media/image.png" Id="Rfce1567997484d35" /><Relationship Type="http://schemas.openxmlformats.org/officeDocument/2006/relationships/notesSlide" Target="/ppt/notesSlides/notesSlide5.xml" Id="R5856a7bcde614a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bf8d1aacca4c4c" /><Relationship Type="http://schemas.openxmlformats.org/officeDocument/2006/relationships/image" Target="/ppt/media/image2.png" Id="R10276c710fe04a29" /><Relationship Type="http://schemas.openxmlformats.org/officeDocument/2006/relationships/notesSlide" Target="/ppt/notesSlides/notesSlide6.xml" Id="Rda38fa21531645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14d8a624c745ad" /><Relationship Type="http://schemas.openxmlformats.org/officeDocument/2006/relationships/image" Target="/ppt/media/image3.png" Id="Rcf1b041fd3be434f" /><Relationship Type="http://schemas.openxmlformats.org/officeDocument/2006/relationships/notesSlide" Target="/ppt/notesSlides/notesSlide7.xml" Id="R677546c0d32144ec" /><Relationship Type="http://schemas.openxmlformats.org/officeDocument/2006/relationships/hyperlink" Target="https://rawcdn.githack.com/yq688m3JT/genAI_final/872e7a818159bc1c1262f42e682d39331a8cc98a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477721-EAAD-4C2D-BF09-806318B9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F5A0E7-2225-4B63-8390-DCCB176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74C9C-6F70-4C11-AD49-818E0E87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494493-CF71-4AA1-87A6-0EAE896E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5FD91-3974-4CE0-92F4-D5F7F729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30A20-FA71-4A07-8329-270D67DC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6D6A68-89C2-4599-870B-F94F26DC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41ED0-1C58-43DC-9FF7-C1097EEE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FF189-B4A2-4A0B-A217-35BA08D2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FDF574-DF58-415C-979A-D8C2109A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A2E69-AFEA-421E-BA6F-8E083835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F107D-890C-410D-B573-BA2F5300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C822E0-F3ED-453A-8074-E0662EE2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213B6C-DCDF-4294-B3BE-932C7247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98379F-4507-4F17-ABD0-D08E6F82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28AB8-774D-44CC-9881-DC430FFC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7A343A-AB93-4FB7-B82D-7DB98DBA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https://rawcdn.githack.com/yq688m3JT/genAI_final/872e7a818159bc1c1262f42e682d39331a8cc98a/docs/demo.html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532984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85E289-C7FA-41C3-B192-11C17DEE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513A27B-0F36-440A-BCC3-DBE2E3F7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91E513A-8A78-4CB7-9BDE-D981AFFE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D873D-D353-4A14-BDD1-D8FD6AD9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6E575-F06E-40C4-8E3B-3702EB80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5307F3-C25B-4FB8-AA3B-1BDFE425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57C81-9FF0-404E-A44F-F3CCF2DA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A3CA73-0A4B-4620-859B-69B080BB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2C40CC-2B77-4E12-9151-708D5722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01472-B9D1-46CA-BC3C-942E1FAF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07E84-665A-40FF-B5ED-AC4B3E03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C7363-0E9F-47AE-BAB6-C5FF2C4E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BB2E4-7BF6-450B-B5D6-2104BBD4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5065C-A0B9-4D14-8424-8C423D2E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43D55-B9C8-4000-ABA8-A2FAADBC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1CB61E-3A9E-4E78-9474-9F4FA3F0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BD483-5B94-491E-A000-3B559D0F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9AF66-EB32-4EB1-A375-A4D79C25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074DFB-7D24-425F-9B94-8181DBB0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4E22A-22AC-4C80-8656-3B55C7B5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5A3CFD-C4CD-4E7D-8636-695A38FD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CC1147-7F91-443B-9A54-371717E0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83E111-2CE4-4539-9331-A6A7E394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4E4537-3B12-4563-B20C-7FC28E15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B29E4A-A285-435A-8AD4-247F29E9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EDFC2D-B83B-442C-88AE-9378C6A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1369806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2BE4BF-96D1-4F4C-BDBF-D665413D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DB71A31-8C8B-40BE-B766-903EF1D9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D97AA8B-797A-493D-AF85-AE94C3EA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260D9-EBD3-4A86-A77F-064106CE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12461-5EA2-4727-93B3-4008A93A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7D074F-1395-40F1-8A55-CDADFCB2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37B64-50CB-44D5-8B62-B69DC6B7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559DD7-3E2F-466C-BDB2-F5D01F88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2AD942-D518-45BB-BC3A-CB42E131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70B98-62A7-4484-B717-14829767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7E937-8209-44CA-A9D6-0700B40D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A68936-B66E-4E61-A58F-9AA9D287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7700FF-223A-4473-9A3D-7D8B2A5C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6DC9FA-C47C-4C8C-97F2-18C1CF76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D9E3C-1298-49C2-8103-00498D09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C55521-D0E7-4521-A54D-EEDBF710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2CCFF5-D86A-469F-99FB-F146FF33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A912A-0B64-4881-8BD2-0334B1EE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EC0B3-EEE8-4ECB-A99D-93F6447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AFC32A-B416-49DF-87C4-CD1D8157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D25484-E225-46F7-AB4A-097E35AC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CAD4E3-B1BA-4812-A940-57C37093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21DAE-7023-40B0-929B-13675D2B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6A227D-A3AD-4F30-9C9E-508733DD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7FDFBB-B15F-4400-B459-64C8F529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2F9771-F0BC-48A8-BDAC-91AB3A30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7BE824-0B9C-452B-A229-F2E557BA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87F06A-10FE-42F0-983A-1EC8C1C4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0BDE2E-DA07-4CD7-93A7-05B3E8E9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17082248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CB9FB9-3017-4C96-AE14-BDBF0C0B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A2D92EE-B15E-4D1F-9F85-ED75BCC7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88B2FCC-9AD6-4A2A-B0FD-383717C5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17ADC-3CAA-4359-B447-A7628999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59901-D979-4850-93AB-E3372919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69A23C-089E-4DE4-830F-F625F9F2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2BA67-3294-43E8-901B-D6083836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6559E-D18F-44AF-AD6C-F7A501DD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763CD-F40D-4FB8-BFAA-52C9CDC6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3E664-62E3-49EA-8BF8-984FB1E3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DC045-7449-480C-9D9E-93180584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14E326-3298-40B5-846D-1B9126F2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67ECA2-ABBD-48CA-BA63-F71D331E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9D9DB9-B703-4D42-9D26-B7344351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0E80C-B93B-4BEB-A9AD-0A26FE50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806E7-9299-4EF6-8EDE-DE238423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E32BE3-71FB-4AB0-A9A3-1E307DFD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AF845-70B5-45DE-9994-2024AE12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C695AF-0C0F-4ADD-93BD-F2B92B7B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7DB035-1C4D-4E5A-B8F9-324D152A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A997CA-D926-45AA-B8D0-2665DDBF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F40D7-4BB7-4734-857B-3F199601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AE6EE1-45F3-4BEA-AB24-3E453EFC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62F1ED-7E8E-4896-9F7A-F2712969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4F11EE-D7EB-4A05-AE23-7665EAA6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25AC5B-EFEF-4475-8391-EAB68D51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9790113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790F8C-FCAA-4446-A395-BB3675EA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4F330BD-1522-4422-8A70-BC20D197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1BC324C-887C-442D-9528-EDB10B8A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7CC4E-0461-458B-A93B-5892313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8BED1-033B-4E51-9F32-6B05B65A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F9969-4E6A-4C57-A2DA-3F756879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e1567997484d35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030CC-0643-4C63-92EB-B13C51AB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31998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210BD2-87AF-4E7B-923F-B79D4045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F69E1E8-5D48-411F-B5D9-F412E664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A31CEF7-373D-4FA1-8DE0-0350ED17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2C74A-2905-4719-8E7F-9051A68F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9A62F-CB1E-43F1-B75B-116E89B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50F3C-7AB0-47D5-B188-D3635B23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76c710fe04a29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E191B-6106-4F72-B9F4-054D6DFD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0489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30F915-419A-4F7E-9BFC-97959A8D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8CD2B7B-D991-4C18-AFF1-7D95FF65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2E58165-FA6A-463C-9144-98ED9DD4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CLICKABLE BROWSER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01206E-A8DB-4590-8211-F40F0D19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Open the static web demo from the slide, then show intake, data, evaluation, and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D11E98-5775-4A09-B743-5BA6087B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244B83-443A-409C-93D5-1F5BDC91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b041fd3be434f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80D99A-32CD-44F6-85FA-E00E1209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3162C-51E2-4D02-9DD7-7743FA64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19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2F6E5-CE6F-48C0-9BB8-F84FDFEF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705475"/>
            <a:ext cx="453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BROWSER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959944-DA98-44D3-840E-A6109258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115050"/>
            <a:ext cx="777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https://rawcdn.githack.com/yq688m3JT/genAI_final/872e7a818159bc1c1262f42e682d39331a8cc98a/docs/demo.html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1186971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2026-05-11T12:53:35.7570000Z</dcterms:created>
  <dcterms:modified xsi:type="dcterms:W3CDTF">2026-05-11T12:53:35.7570000Z</dcterms:modified>
</coreProperties>
</file>