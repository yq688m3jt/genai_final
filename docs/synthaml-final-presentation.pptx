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afe6e57a3a4a4e" /><Relationship Type="http://schemas.openxmlformats.org/officeDocument/2006/relationships/extended-properties" Target="/docProps/app.xml" Id="R848b3fe9886046e8" /><Relationship Type="http://schemas.openxmlformats.org/officeDocument/2006/relationships/officeDocument" Target="/ppt/presentation.xml" Id="R14e7093c7c6341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6618f2ed544caf"/>
  </p:sldMasterIdLst>
  <p:notesMasterIdLst>
    <p:notesMasterId xmlns:r="http://schemas.openxmlformats.org/officeDocument/2006/relationships" r:id="R7451d07de85d404d"/>
  </p:notesMasterIdLst>
  <p:sldIdLst>
    <p:sldId xmlns:r="http://schemas.openxmlformats.org/officeDocument/2006/relationships" id="256" r:id="R5d3dff96ee844a69"/>
    <p:sldId xmlns:r="http://schemas.openxmlformats.org/officeDocument/2006/relationships" id="257" r:id="Rc08bb64295724935"/>
    <p:sldId xmlns:r="http://schemas.openxmlformats.org/officeDocument/2006/relationships" id="258" r:id="Rcb298f6f67cd45ee"/>
    <p:sldId xmlns:r="http://schemas.openxmlformats.org/officeDocument/2006/relationships" id="259" r:id="R3fdd5ed9ba6e4da8"/>
    <p:sldId xmlns:r="http://schemas.openxmlformats.org/officeDocument/2006/relationships" id="260" r:id="R38eff184b63644dc"/>
    <p:sldId xmlns:r="http://schemas.openxmlformats.org/officeDocument/2006/relationships" id="261" r:id="R243fecb820044f4f"/>
    <p:sldId xmlns:r="http://schemas.openxmlformats.org/officeDocument/2006/relationships" id="262" r:id="Ra84ff06708ae4f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6618f2ed544caf" /><Relationship Type="http://schemas.openxmlformats.org/officeDocument/2006/relationships/theme" Target="/ppt/theme/theme1.xml" Id="Ra3a1f91a356b475f" /><Relationship Type="http://schemas.openxmlformats.org/officeDocument/2006/relationships/notesMaster" Target="/ppt/notesMasters/notesMaster1.xml" Id="R7451d07de85d404d" /><Relationship Type="http://schemas.openxmlformats.org/officeDocument/2006/relationships/presProps" Target="/ppt/presProps.xml" Id="R4c00da54eba04560" /><Relationship Type="http://schemas.openxmlformats.org/officeDocument/2006/relationships/viewProps" Target="/ppt/viewProps.xml" Id="R5f4b77235d7b412a" /><Relationship Type="http://schemas.openxmlformats.org/officeDocument/2006/relationships/tableStyles" Target="/ppt/tableStyles.xml" Id="R8c475c45a3204af2" /><Relationship Type="http://schemas.openxmlformats.org/officeDocument/2006/relationships/slide" Target="/ppt/slides/slide1.xml" Id="R5d3dff96ee844a69" /><Relationship Type="http://schemas.openxmlformats.org/officeDocument/2006/relationships/slide" Target="/ppt/slides/slide2.xml" Id="Rc08bb64295724935" /><Relationship Type="http://schemas.openxmlformats.org/officeDocument/2006/relationships/slide" Target="/ppt/slides/slide3.xml" Id="Rcb298f6f67cd45ee" /><Relationship Type="http://schemas.openxmlformats.org/officeDocument/2006/relationships/slide" Target="/ppt/slides/slide4.xml" Id="R3fdd5ed9ba6e4da8" /><Relationship Type="http://schemas.openxmlformats.org/officeDocument/2006/relationships/slide" Target="/ppt/slides/slide5.xml" Id="R38eff184b63644dc" /><Relationship Type="http://schemas.openxmlformats.org/officeDocument/2006/relationships/slide" Target="/ppt/slides/slide6.xml" Id="R243fecb820044f4f" /><Relationship Type="http://schemas.openxmlformats.org/officeDocument/2006/relationships/slide" Target="/ppt/slides/slide7.xml" Id="Ra84ff06708ae4f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0852ba134cd4e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137565865f4911" /><Relationship Type="http://schemas.openxmlformats.org/officeDocument/2006/relationships/notesMaster" Target="/ppt/notesMasters/notesMaster1.xml" Id="R0ada02dd538644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f238d2ce244b0c" /><Relationship Type="http://schemas.openxmlformats.org/officeDocument/2006/relationships/notesMaster" Target="/ppt/notesMasters/notesMaster1.xml" Id="Rbca5ab1343c34d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aabc94292c4da4" /><Relationship Type="http://schemas.openxmlformats.org/officeDocument/2006/relationships/notesMaster" Target="/ppt/notesMasters/notesMaster1.xml" Id="R78e0643c5c074e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6d5154ace24480" /><Relationship Type="http://schemas.openxmlformats.org/officeDocument/2006/relationships/notesMaster" Target="/ppt/notesMasters/notesMaster1.xml" Id="R6c419463be4f4e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57cf6e7df744de" /><Relationship Type="http://schemas.openxmlformats.org/officeDocument/2006/relationships/notesMaster" Target="/ppt/notesMasters/notesMaster1.xml" Id="R7261524342e346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5c866999654953" /><Relationship Type="http://schemas.openxmlformats.org/officeDocument/2006/relationships/notesMaster" Target="/ppt/notesMasters/notesMaster1.xml" Id="R6aa9bcdb4fb54b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6116f3488f4f56" /><Relationship Type="http://schemas.openxmlformats.org/officeDocument/2006/relationships/notesMaster" Target="/ppt/notesMasters/notesMaster1.xml" Id="R1df2f3858dd344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3c334c5a24f8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05c7e8bef1d4dfe" /><Relationship Type="http://schemas.openxmlformats.org/officeDocument/2006/relationships/slideLayout" Target="/ppt/slideLayouts/slideLayout2.xml" Id="Rbfb9e5eff8d849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b9e5eff8d849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c278aef83c4930" /><Relationship Type="http://schemas.openxmlformats.org/officeDocument/2006/relationships/notesSlide" Target="/ppt/notesSlides/notesSlide1.xml" Id="Rbb3348f56ab24d7b" /><Relationship Type="http://schemas.openxmlformats.org/officeDocument/2006/relationships/hyperlink" Target="https://rawcdn.githack.com/yq688m3JT/genAI_final/ae9c84ea574e9f8c48c84f1863ce82f77ea4f24e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a206811a934815" /><Relationship Type="http://schemas.openxmlformats.org/officeDocument/2006/relationships/notesSlide" Target="/ppt/notesSlides/notesSlide2.xml" Id="R14f70e585e194b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a78682612d492e" /><Relationship Type="http://schemas.openxmlformats.org/officeDocument/2006/relationships/notesSlide" Target="/ppt/notesSlides/notesSlide3.xml" Id="Rc1fdcf65dc8d41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c776659e2945ca" /><Relationship Type="http://schemas.openxmlformats.org/officeDocument/2006/relationships/notesSlide" Target="/ppt/notesSlides/notesSlide4.xml" Id="R8f6fdf30e54242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d9f2d1cf7e4fee" /><Relationship Type="http://schemas.openxmlformats.org/officeDocument/2006/relationships/image" Target="/ppt/media/image.png" Id="R86eeed0b4e3b476a" /><Relationship Type="http://schemas.openxmlformats.org/officeDocument/2006/relationships/notesSlide" Target="/ppt/notesSlides/notesSlide5.xml" Id="R9d144e99a2c740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b8f5f7f24345d2" /><Relationship Type="http://schemas.openxmlformats.org/officeDocument/2006/relationships/image" Target="/ppt/media/image2.png" Id="R1c43f98be2454e48" /><Relationship Type="http://schemas.openxmlformats.org/officeDocument/2006/relationships/notesSlide" Target="/ppt/notesSlides/notesSlide6.xml" Id="Raa440b00932e40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2c88bd3fa1462d" /><Relationship Type="http://schemas.openxmlformats.org/officeDocument/2006/relationships/image" Target="/ppt/media/image3.png" Id="Rbb4658029b1f4955" /><Relationship Type="http://schemas.openxmlformats.org/officeDocument/2006/relationships/notesSlide" Target="/ppt/notesSlides/notesSlide7.xml" Id="Rede9cfda82354550" /><Relationship Type="http://schemas.openxmlformats.org/officeDocument/2006/relationships/hyperlink" Target="https://rawcdn.githack.com/yq688m3JT/genAI_final/ae9c84ea574e9f8c48c84f1863ce82f77ea4f24e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71E7F6-4E29-45D1-BE89-28B59992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637B8-DAB7-4C9D-9F6C-2C721F14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26672-2857-4E9D-85FE-8A22E2BA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B1546-6FC9-4F25-BD71-BF6DD783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A0A71-9251-407A-9D03-605CF81F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05287-7A9E-4609-BADB-2FEED5DA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90D51-1963-4811-BCC6-295D1A45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06F00A-323C-44A0-955A-529C3B0A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93AFE-A6A3-4465-BEEE-39E1CE29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7FBDD-F5A4-4A70-A80D-C0CF5B56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14B6C-9A2C-494A-B511-AC077B88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7CFB0-FC0D-497F-AA3C-E1A6F982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A71A04-7A43-4085-B50F-E946724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48236-9EB8-4417-931C-090140CC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9E8D5-3240-4A30-9DF0-FFCE286E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ADF97-7BD4-4846-A75C-DA167B7F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B52D9-B122-49A3-8571-729F83EC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2594135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CBF4F4-7D39-4F40-B99C-ED3FE90D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466C01F-4722-4E65-8DA4-70539AAD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D833B03-1DFA-47F0-902F-89F5839D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FC6D5-75B8-4E6E-B569-73766CD2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B5DC9-EC4E-4BFC-827A-97B265D2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F5385-E52A-44DD-858B-217D0498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8F08E-7A5F-4B70-86C4-8630724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9CB79-5ACA-43B0-B1B3-BA223085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45E3F3-3D20-4269-908C-1B8D33A9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565697-2595-4559-821E-8913C3F7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DABBF-EA44-460E-9BC9-7910E715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4CD3-19C4-46DF-9FB0-CF0881C7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8F70B-B15D-4B2A-967D-8B35B89C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710BC-894A-4626-A871-FD15FA2A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931D3-8BA2-4283-873F-8A3774E4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D00B8-191B-42D2-9BAC-6832BDE6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75090C-6182-4B04-84BF-DCEFD241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27BF8-C6E1-4C6F-972B-7DEBD39F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36923-1978-4208-978D-DB6750CF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C62010-CA4C-467F-99FC-84EE40B0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C204B2-BC18-4A32-8A2E-3C7E7A78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2513F-104B-4FCC-93A6-4888B81E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92FF56-C9DD-4076-8DD1-D24DAA92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99906B-B699-45A7-BA42-EB950A22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80A5C1-38B3-44BC-80FC-0BEF5B1C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69856-023D-416D-9905-26D8E97C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8844873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E84A65-6FE9-4A08-A014-47027E08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7A6C209-CFFF-4748-B095-8ED86ADF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185F3B5-2C5A-461D-AA78-AF866DE7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455FF-73B5-4A61-9614-52ADCBDB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C3261-9FAA-420F-BE63-3E111BBC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CC508B-3704-475F-9041-E47E6938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9115F-F3AD-46CA-9A8F-2954AC41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24AAA-386C-404E-B917-D5E59D43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5A4D30-2990-4696-9431-5B04229C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474E2-03AF-43F0-89A9-201C3B9A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B9B3F-8312-4AA8-9E5D-D02E368B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8F9D34-F41C-47CF-B216-18B9A0F0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7C71F-8C59-4F49-A7B5-CC74FB44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F4B46-7A89-42CA-B8A3-25572100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E1F34D-0F2E-46AC-B094-C4E9D3B2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A6FB04-ACFC-4CAB-A693-D07DE22D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FD6E56-4705-44A3-B776-14FBBD16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A1BC4-BD21-4406-9D07-322F4A49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AF59AE-A71D-47D2-8E4C-0708C7CB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2C30A5-41D4-4136-8694-B13FEE4A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CE4715-9F2B-45EE-9361-067FC3A5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CC51FC-F4C1-4480-BDA3-135AC54B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04A1D-499E-495D-9CE7-5F5400DA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CC3AAE-FFDB-48B2-BD23-C6BB2F63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FB71C8-3332-4E82-8180-78DE1850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1E3C9D-44B2-4F67-AD30-A9C25BA9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97E88F-B01D-4741-8832-EBB3BDA8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94193E-9809-45A1-961F-D68D2431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8A898-9EE2-451C-9FE0-4BC7E160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16518158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07750A-B41F-4BBB-96B5-7E491DD0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5EAE529-7ACD-40A0-8FCA-A0194B1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B4BCF8C-012B-4953-BB1C-77080CE1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B12C39-75BB-473E-A86F-F211ADB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CC9FA-B87C-4D83-8030-E523B382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CD34D-0743-4FB4-AA9A-43C05159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96182-F896-4D6E-9A26-77178223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8084B-AFD8-447C-94BE-1AB00245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7FE9F-0CBF-46B6-AB73-B2275499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54A6D-7F09-40FC-9267-B64A8A07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683BD-BD9F-42D0-A649-ADD9D27F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6FBCE-89E9-4D88-84D1-D6EF5442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42FE9B-CA2F-4558-8ABA-FBEEC8FA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9929FE-74A8-4D97-9C84-32C7E089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FE626-81B5-4855-930B-B28FDE26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32A0AB-6E18-4A83-B974-0EC4548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71736A-CE7C-4660-AF24-5CEFA14A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407938-B7E2-48D5-A278-A2FF2EC7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97D884-6B8F-4286-AE6F-A6609EE3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FA30AA-495F-4EB4-B7B3-06D90DD7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39A0C3-8B6F-4AEC-ACAB-D051811F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4448CD-DAC7-44D1-A5F7-B66FBEF8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4F1CE9-13C3-4ECC-8662-24E97A90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328E0-77D8-4D2B-8361-43DFFD8A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AB0EB1-8A0E-4AC9-AB83-196DE5134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D575B3-0FB3-4AAD-81CA-6A7F8019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0294380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87A255-1E39-4FC4-B338-D17ECFBF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CF7A947-715D-408E-804F-C9D9B1C1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8E68089-99ED-4644-9480-8BB4C508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8220A-5CFF-4762-9E1C-A2AF1E6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7E282-A905-4A20-A398-9BB28A62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6EB68-D33C-4789-B7E9-130D1E9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eed0b4e3b476a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9D9E2-CE7F-4BCA-B202-4502C0C9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75882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8DFC5A-172E-4C89-89B1-675F0C09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78205F5-423D-49D3-B984-C12D8A94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E007019-3134-4828-8CFB-9C712E43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8AE47-827C-4806-96C5-21D30303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37D47-F34B-45F4-A0E2-3C00FC6D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EF676-E37F-4AB4-8B74-DD076C1E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43f98be2454e48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C782F-6C0A-43B9-9F81-96C6C0EA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89615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85A629-B903-4E3B-A1FD-26F2AA0E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B7C0DE6-D5F3-41CA-81D7-5309A2AE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DC023E5-5E43-4661-BB55-CFA3367C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12E21-E118-48D9-89E4-023BEC33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0218A-8DFB-4E7F-AEC5-156979D8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F2F59-A492-4C11-B894-F067386E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658029b1f4955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96E01-A26D-412B-B186-3DAD7DE2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1B018-AD46-4756-98AE-5D29978F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BCEBF-AA0F-485B-803F-18AAD4BE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5E2C48-158D-4EBF-8848-96DCDDEC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https://rawcdn.githack.com/yq688m3JT/genAI_final/ae9c84ea574e9f8c48c84f1863ce82f77ea4f24e/docs/demo.html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512176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2026-05-11T13:12:23.5610000Z</dcterms:created>
  <dcterms:modified xsi:type="dcterms:W3CDTF">2026-05-11T13:12:23.5610000Z</dcterms:modified>
</coreProperties>
</file>