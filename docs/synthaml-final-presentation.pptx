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58d710d68944b5" /><Relationship Type="http://schemas.openxmlformats.org/officeDocument/2006/relationships/extended-properties" Target="/docProps/app.xml" Id="R7c774d86f4ac4ea5" /><Relationship Type="http://schemas.openxmlformats.org/officeDocument/2006/relationships/officeDocument" Target="/ppt/presentation.xml" Id="R1a4a0a07f34049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075db16f65465d"/>
  </p:sldMasterIdLst>
  <p:notesMasterIdLst>
    <p:notesMasterId xmlns:r="http://schemas.openxmlformats.org/officeDocument/2006/relationships" r:id="R7366794b1f2642ed"/>
  </p:notesMasterIdLst>
  <p:sldIdLst>
    <p:sldId xmlns:r="http://schemas.openxmlformats.org/officeDocument/2006/relationships" id="256" r:id="R11e8d9c39751487c"/>
    <p:sldId xmlns:r="http://schemas.openxmlformats.org/officeDocument/2006/relationships" id="257" r:id="Rd95e46c953c44fb6"/>
    <p:sldId xmlns:r="http://schemas.openxmlformats.org/officeDocument/2006/relationships" id="258" r:id="Rcb6e1c68a92d448f"/>
    <p:sldId xmlns:r="http://schemas.openxmlformats.org/officeDocument/2006/relationships" id="259" r:id="Rf98ed07e3e914e7b"/>
    <p:sldId xmlns:r="http://schemas.openxmlformats.org/officeDocument/2006/relationships" id="260" r:id="R4f12585061de40ff"/>
    <p:sldId xmlns:r="http://schemas.openxmlformats.org/officeDocument/2006/relationships" id="261" r:id="R74c331c0f151454f"/>
    <p:sldId xmlns:r="http://schemas.openxmlformats.org/officeDocument/2006/relationships" id="262" r:id="R6ab3bcc266644c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075db16f65465d" /><Relationship Type="http://schemas.openxmlformats.org/officeDocument/2006/relationships/theme" Target="/ppt/theme/theme1.xml" Id="Rd6ff2b5fc6ad4d19" /><Relationship Type="http://schemas.openxmlformats.org/officeDocument/2006/relationships/notesMaster" Target="/ppt/notesMasters/notesMaster1.xml" Id="R7366794b1f2642ed" /><Relationship Type="http://schemas.openxmlformats.org/officeDocument/2006/relationships/presProps" Target="/ppt/presProps.xml" Id="Rfe63a03c39444b76" /><Relationship Type="http://schemas.openxmlformats.org/officeDocument/2006/relationships/viewProps" Target="/ppt/viewProps.xml" Id="R380dde3ae1f54e03" /><Relationship Type="http://schemas.openxmlformats.org/officeDocument/2006/relationships/tableStyles" Target="/ppt/tableStyles.xml" Id="R73cb1302efc24224" /><Relationship Type="http://schemas.openxmlformats.org/officeDocument/2006/relationships/slide" Target="/ppt/slides/slide1.xml" Id="R11e8d9c39751487c" /><Relationship Type="http://schemas.openxmlformats.org/officeDocument/2006/relationships/slide" Target="/ppt/slides/slide2.xml" Id="Rd95e46c953c44fb6" /><Relationship Type="http://schemas.openxmlformats.org/officeDocument/2006/relationships/slide" Target="/ppt/slides/slide3.xml" Id="Rcb6e1c68a92d448f" /><Relationship Type="http://schemas.openxmlformats.org/officeDocument/2006/relationships/slide" Target="/ppt/slides/slide4.xml" Id="Rf98ed07e3e914e7b" /><Relationship Type="http://schemas.openxmlformats.org/officeDocument/2006/relationships/slide" Target="/ppt/slides/slide5.xml" Id="R4f12585061de40ff" /><Relationship Type="http://schemas.openxmlformats.org/officeDocument/2006/relationships/slide" Target="/ppt/slides/slide6.xml" Id="R74c331c0f151454f" /><Relationship Type="http://schemas.openxmlformats.org/officeDocument/2006/relationships/slide" Target="/ppt/slides/slide7.xml" Id="R6ab3bcc266644c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ed64bd1d65d4d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6e3f78a31642ac" /><Relationship Type="http://schemas.openxmlformats.org/officeDocument/2006/relationships/notesMaster" Target="/ppt/notesMasters/notesMaster1.xml" Id="Rc0407f561bcc48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77d5a472d342e9" /><Relationship Type="http://schemas.openxmlformats.org/officeDocument/2006/relationships/notesMaster" Target="/ppt/notesMasters/notesMaster1.xml" Id="R26ffd068cfda49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28c0195b434838" /><Relationship Type="http://schemas.openxmlformats.org/officeDocument/2006/relationships/notesMaster" Target="/ppt/notesMasters/notesMaster1.xml" Id="R55203e153b3f40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3341d5b79e40bb" /><Relationship Type="http://schemas.openxmlformats.org/officeDocument/2006/relationships/notesMaster" Target="/ppt/notesMasters/notesMaster1.xml" Id="R4d048303da1d4f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1870d747234cf1" /><Relationship Type="http://schemas.openxmlformats.org/officeDocument/2006/relationships/notesMaster" Target="/ppt/notesMasters/notesMaster1.xml" Id="Ra20ee9e8cbcf49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9e799aa48c48db" /><Relationship Type="http://schemas.openxmlformats.org/officeDocument/2006/relationships/notesMaster" Target="/ppt/notesMasters/notesMaster1.xml" Id="R6989eb0323f84b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e54f733bf4952" /><Relationship Type="http://schemas.openxmlformats.org/officeDocument/2006/relationships/notesMaster" Target="/ppt/notesMasters/notesMaster1.xml" Id="R4a3971d3516645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acdda064bd4f3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945072d306f4640" /><Relationship Type="http://schemas.openxmlformats.org/officeDocument/2006/relationships/slideLayout" Target="/ppt/slideLayouts/slideLayout2.xml" Id="R06d429fafe734c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d429fafe734c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a628f7958c4010" /><Relationship Type="http://schemas.openxmlformats.org/officeDocument/2006/relationships/notesSlide" Target="/ppt/notesSlides/notesSlide1.xml" Id="R6c33054e19114b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f0a082a7ef48e1" /><Relationship Type="http://schemas.openxmlformats.org/officeDocument/2006/relationships/notesSlide" Target="/ppt/notesSlides/notesSlide2.xml" Id="R564b4b61c19341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77863503804d96" /><Relationship Type="http://schemas.openxmlformats.org/officeDocument/2006/relationships/notesSlide" Target="/ppt/notesSlides/notesSlide3.xml" Id="Rc9d6898e24114a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8c9b89176146e8" /><Relationship Type="http://schemas.openxmlformats.org/officeDocument/2006/relationships/notesSlide" Target="/ppt/notesSlides/notesSlide4.xml" Id="Rc20ea1996f024f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4d109f33c4480b" /><Relationship Type="http://schemas.openxmlformats.org/officeDocument/2006/relationships/image" Target="/ppt/media/image.png" Id="Rd7fcf8a6860f44ec" /><Relationship Type="http://schemas.openxmlformats.org/officeDocument/2006/relationships/notesSlide" Target="/ppt/notesSlides/notesSlide5.xml" Id="R64662efe3f7c46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82733faadd4186" /><Relationship Type="http://schemas.openxmlformats.org/officeDocument/2006/relationships/image" Target="/ppt/media/image2.png" Id="Re59a3f3e6aaf45bf" /><Relationship Type="http://schemas.openxmlformats.org/officeDocument/2006/relationships/notesSlide" Target="/ppt/notesSlides/notesSlide6.xml" Id="R9b7ff4155bf241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9fa29cff9542f8" /><Relationship Type="http://schemas.openxmlformats.org/officeDocument/2006/relationships/image" Target="/ppt/media/image3.png" Id="R88c86063b70241f2" /><Relationship Type="http://schemas.openxmlformats.org/officeDocument/2006/relationships/notesSlide" Target="/ppt/notesSlides/notesSlide7.xml" Id="Rc37c6fe3401f41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AE4788-7BBE-4510-BFF8-6DAD711D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3AC54-A971-449C-AE93-BA79697D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B6C8F-079D-4137-A3A8-8A8D04A1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9EFC8-6033-4283-88AE-9DF3C8AF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30E68-CF31-426C-962C-FF1A4FB5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7A339-7F90-4FC1-9F76-4A2571A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CC83F-9FF3-46A4-93E3-E44D36AA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5CB8B-4B79-4959-BCCC-B0768E08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67680-9792-43CA-8322-036BB7DA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DDBB2-F445-4873-BCF7-3DC2D733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BE706C-2661-417E-979D-CCFE9AAD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4FF01-3D3E-439E-BCEE-E35B5BF1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F892E-E723-4A41-9AD8-019A8C43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A53FDE-CD7B-4F50-B22D-7862A402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8B064-9C9E-4CFB-8F15-C9F4F624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3DD07-A2BB-4E5C-B87E-583FC600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demo</a:t>
            </a:r>
          </a:p>
        </p:txBody>
      </p:sp>
    </p:spTree>
    <p:extLst>
      <p:ext uri="{BB962C8B-B14F-4D97-AF65-F5344CB8AC3E}">
        <p14:creationId xmlns:p14="http://schemas.microsoft.com/office/powerpoint/2010/main" val="18222231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784461-1FA4-45A0-84BA-A04EB717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97C9AC6-D396-4DBF-8BE2-D90BAFA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EAD2A1C-AAD7-4CA7-B310-2FAC5513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E4B94-25AF-4527-ADC9-3175B308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342B1-00D8-4DA5-B652-723DF847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1CA0D-D2E2-4DFA-9727-F18994E1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68450-E468-4C45-8F01-B485F41F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1FBF4-6ECC-4042-996E-D8BD51F5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2DC6B-7871-410B-A845-3296D57F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7390B-5ED8-4786-B194-B676D93E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C31B4-C4CB-44DB-822F-C16713B2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DFD48-4077-46F6-85E9-144A6DD3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B2E00E-30D7-4502-AEF2-47175908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92E17-F091-42D6-9F50-CA820C08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40A22-E153-4342-8367-31E38F7A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4AF0DD-C6D8-4B85-9017-4E6138B7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34A143-496E-4863-A90C-0D94A604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6881C6-E553-44F5-BF09-E6B58394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A55AB-9B49-4F9E-8134-D0A275ED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4B2571-D12F-4E0A-A3C2-BB2CA51F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0B8FA-7BBF-45D8-97F7-A360F7D6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F45E3A-9CDE-46EE-B539-F8F20B92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7B4FE9-2924-4FBA-AACB-E6020DDD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99F61A-0DF7-42A8-9877-DFE1EA74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76C7CA-7144-4907-B4FE-B54F8E77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213308-1E61-457F-8523-D89E8A2F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6997247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8AEF2B-0BA1-4B8B-A9D7-D4648473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19E5AB9-D8E7-4940-AFC2-87D3E5B8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5E8E524-A313-4F28-87CC-7BDF4ACE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4F2EE-9DD7-47BD-9D67-1FDF8E4D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7A633-075F-4C82-A288-E201B9CD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A5852-0121-4331-BCD3-6B392048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909AE-BFCB-444D-AE36-62EB301E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B02E0-6C94-4613-B402-E0622C8F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0EF37-ED7A-4920-8A68-E0B470BA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183BB8-B702-4829-9F97-C875D66D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0D429-73FA-488B-BFC9-BD0B403B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7DE90-FEC8-46C5-A540-4E0B5D1C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A05EFA-C1CA-4CBF-8601-63E32F6C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B04BA-1B9A-4612-980D-E08F629C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09F2C-F2F9-45FA-967A-C8997019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08AA0-11CB-4F2E-B06D-45630A21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71744-00BE-4CF3-B579-7E2E8134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95708-B27B-47E1-AA41-A202B09E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6D67A-95E0-4277-A4E6-AA4F581A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4845EE-CA8E-4218-AA2C-9227B6B0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38BE44-218A-4678-806F-134A4666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2FD6CC-60E2-4F5F-A75C-22B09720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F63095-4E80-4B41-8121-D0F3F274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D30F11-79A1-42AF-BDA7-182F20D8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D8212-F905-4D31-9660-A13F806C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BFA641-DAD7-4097-81CD-D3D7F57F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15AA31-B8C0-4E1E-AB80-95AA4E7E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7C0EE2-EA57-4C4B-8462-DD78031E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01D86-F761-470C-B376-E7D61638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7972631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D13EA2-0119-401D-A212-018CC24A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F4A47D4-92B2-4FBE-BB6D-C8E502AD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6856841-C7DF-4788-B3F0-1D96279B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A40C9-08FD-47AC-BBB4-D730056B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9E1CC-ED8F-4007-A31D-324F223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ABD33-9740-4C75-8ED2-6B82818D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6D887-3C6F-49B1-BDE5-807FFE62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4FEC4-21FE-4C0B-89AF-D6E0CF2F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371B7-6FAA-4358-8C5C-7D8B2C93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73E5A7-3D53-424A-8F78-F8040783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D236E-9BA5-43C4-B582-74A621BC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F70C2-1535-4453-8ABC-AF44F297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BB810-0875-444B-94C4-D2FCE74D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465F0-6B5D-4055-8714-339C2B3A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ADC59-FDE3-44EC-8F67-BF67FF75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476ED7-3B51-4DFD-AAE8-9A5EA2B1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408440-0126-4B99-BCB2-AEE9248B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6A3B5-527F-468C-8090-188D98AD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09F1BB-1714-4255-A499-A4F480B7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57FB9-A6B2-49CD-9CCA-8E354A27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33D92-D0C9-478C-AD18-584944A5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D9C75E-4363-44F5-9CBD-39794776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BEEAAF-5A30-42DE-B8C6-EC3B8595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5DE110-E7C0-48F3-889D-3B46CDEB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56B243-4588-4E4F-995D-C03272EC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63CAF3-BB03-4200-8F24-D467351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7994926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0DAF3-1A7D-40DF-A0C6-05804D5A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62AC1BA-CD23-472B-AE85-5DED1666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1925E78-0DA0-42F2-AEB2-525AA908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762F6-DBF2-44E8-B635-9F6C7693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F50C5-7EC6-4915-B476-6C5B439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CE75F-333F-4238-A198-ACCC00D1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cf8a6860f44ec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D29DF-705F-47FC-B09D-C270C537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0947824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BF6A43-124A-440F-BB4F-3B924F06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7EAF0E5-9CDA-49E5-8E5A-2D36B847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8B963E1-ED44-4655-A6BF-7B69894B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BB9BA-68DB-4A46-8105-C4E5717E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E9B3C-4383-4151-A5DD-A97946E4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5CEEB-864B-4671-8987-BC58DD7F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a3f3e6aaf45bf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309EB-8FAD-476D-9DF2-E18DEFCC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7259995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F33BD3-DF48-4F3C-8FFA-A149B4C7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88EBA2E-661E-4B8A-B3FC-18B2ACCC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B8BA654-BA0A-44B3-B218-F11C7F24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467EC-CCDA-4C2B-8DE0-CE887A6A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export package gives the user guided data, baseline data, and evaluation JSON.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05288-BD24-4B95-A071-819472B4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3DC99-DFBC-441B-B0E6-328BAFD6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86063b70241f2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A627C-E6CD-47CD-A46F-1B216257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527C4-26AF-4546-A84B-59CD0AF7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65785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51D58C-3619-4390-87B9-C5484929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724525"/>
            <a:ext cx="3067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No live app is required during presentation.</a:t>
            </a:r>
          </a:p>
        </p:txBody>
      </p:sp>
    </p:spTree>
    <p:extLst>
      <p:ext uri="{BB962C8B-B14F-4D97-AF65-F5344CB8AC3E}">
        <p14:creationId xmlns:p14="http://schemas.microsoft.com/office/powerpoint/2010/main" val="15200721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2026-05-11T10:11:46.5460000Z</dcterms:created>
  <dcterms:modified xsi:type="dcterms:W3CDTF">2026-05-11T10:11:46.5460000Z</dcterms:modified>
</coreProperties>
</file>