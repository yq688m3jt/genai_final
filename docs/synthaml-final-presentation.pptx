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4d31e6a6b74715" /><Relationship Type="http://schemas.openxmlformats.org/officeDocument/2006/relationships/extended-properties" Target="/docProps/app.xml" Id="R4a505ed0bf8a4eca" /><Relationship Type="http://schemas.openxmlformats.org/officeDocument/2006/relationships/officeDocument" Target="/ppt/presentation.xml" Id="R01d21dc982104c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a4390f428a4c65"/>
  </p:sldMasterIdLst>
  <p:notesMasterIdLst>
    <p:notesMasterId xmlns:r="http://schemas.openxmlformats.org/officeDocument/2006/relationships" r:id="R81e22df8ee9f4bd4"/>
  </p:notesMasterIdLst>
  <p:sldIdLst>
    <p:sldId xmlns:r="http://schemas.openxmlformats.org/officeDocument/2006/relationships" id="256" r:id="Race3df6aa8b04633"/>
    <p:sldId xmlns:r="http://schemas.openxmlformats.org/officeDocument/2006/relationships" id="257" r:id="R12498c26eb544bf8"/>
    <p:sldId xmlns:r="http://schemas.openxmlformats.org/officeDocument/2006/relationships" id="258" r:id="R1dc6af62d7ad4969"/>
    <p:sldId xmlns:r="http://schemas.openxmlformats.org/officeDocument/2006/relationships" id="259" r:id="Rfd203ee9ef1a40f4"/>
    <p:sldId xmlns:r="http://schemas.openxmlformats.org/officeDocument/2006/relationships" id="260" r:id="Rc88bbad68cc748a2"/>
    <p:sldId xmlns:r="http://schemas.openxmlformats.org/officeDocument/2006/relationships" id="261" r:id="Rea5bd50138b54e40"/>
    <p:sldId xmlns:r="http://schemas.openxmlformats.org/officeDocument/2006/relationships" id="262" r:id="Rb63e02b0a9db468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a4390f428a4c65" /><Relationship Type="http://schemas.openxmlformats.org/officeDocument/2006/relationships/theme" Target="/ppt/theme/theme1.xml" Id="R1d2e6b631caf4946" /><Relationship Type="http://schemas.openxmlformats.org/officeDocument/2006/relationships/notesMaster" Target="/ppt/notesMasters/notesMaster1.xml" Id="R81e22df8ee9f4bd4" /><Relationship Type="http://schemas.openxmlformats.org/officeDocument/2006/relationships/presProps" Target="/ppt/presProps.xml" Id="Rdca536c6840b42b2" /><Relationship Type="http://schemas.openxmlformats.org/officeDocument/2006/relationships/viewProps" Target="/ppt/viewProps.xml" Id="R23e3cadd76c7433b" /><Relationship Type="http://schemas.openxmlformats.org/officeDocument/2006/relationships/tableStyles" Target="/ppt/tableStyles.xml" Id="R711cb4b99f114d3e" /><Relationship Type="http://schemas.openxmlformats.org/officeDocument/2006/relationships/slide" Target="/ppt/slides/slide1.xml" Id="Race3df6aa8b04633" /><Relationship Type="http://schemas.openxmlformats.org/officeDocument/2006/relationships/slide" Target="/ppt/slides/slide2.xml" Id="R12498c26eb544bf8" /><Relationship Type="http://schemas.openxmlformats.org/officeDocument/2006/relationships/slide" Target="/ppt/slides/slide3.xml" Id="R1dc6af62d7ad4969" /><Relationship Type="http://schemas.openxmlformats.org/officeDocument/2006/relationships/slide" Target="/ppt/slides/slide4.xml" Id="Rfd203ee9ef1a40f4" /><Relationship Type="http://schemas.openxmlformats.org/officeDocument/2006/relationships/slide" Target="/ppt/slides/slide5.xml" Id="Rc88bbad68cc748a2" /><Relationship Type="http://schemas.openxmlformats.org/officeDocument/2006/relationships/slide" Target="/ppt/slides/slide6.xml" Id="Rea5bd50138b54e40" /><Relationship Type="http://schemas.openxmlformats.org/officeDocument/2006/relationships/slide" Target="/ppt/slides/slide7.xml" Id="Rb63e02b0a9db46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56b8bb6e04443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61c242f1794d12" /><Relationship Type="http://schemas.openxmlformats.org/officeDocument/2006/relationships/notesMaster" Target="/ppt/notesMasters/notesMaster1.xml" Id="Rd3ad9abca07546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bfd06896c244ee" /><Relationship Type="http://schemas.openxmlformats.org/officeDocument/2006/relationships/notesMaster" Target="/ppt/notesMasters/notesMaster1.xml" Id="R6b3f5f544ac942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cfdb58b5d64d14" /><Relationship Type="http://schemas.openxmlformats.org/officeDocument/2006/relationships/notesMaster" Target="/ppt/notesMasters/notesMaster1.xml" Id="Rc3cf74b0ce9d43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a416d5ece047e6" /><Relationship Type="http://schemas.openxmlformats.org/officeDocument/2006/relationships/notesMaster" Target="/ppt/notesMasters/notesMaster1.xml" Id="Rb1c9d34e7a894a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7ae266fc6b422e" /><Relationship Type="http://schemas.openxmlformats.org/officeDocument/2006/relationships/notesMaster" Target="/ppt/notesMasters/notesMaster1.xml" Id="Rd70683090a854e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21c9a606e54563" /><Relationship Type="http://schemas.openxmlformats.org/officeDocument/2006/relationships/notesMaster" Target="/ppt/notesMasters/notesMaster1.xml" Id="R6213a72ebe914e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6ebb06961e4f6f" /><Relationship Type="http://schemas.openxmlformats.org/officeDocument/2006/relationships/notesMaster" Target="/ppt/notesMasters/notesMaster1.xml" Id="R0ccef07c16c946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6aecd9bf25483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f9eb7d623954439" /><Relationship Type="http://schemas.openxmlformats.org/officeDocument/2006/relationships/slideLayout" Target="/ppt/slideLayouts/slideLayout2.xml" Id="R69bd17f494fe4c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bd17f494fe4c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fb8b2588ae4d36" /><Relationship Type="http://schemas.openxmlformats.org/officeDocument/2006/relationships/notesSlide" Target="/ppt/notesSlides/notesSlide1.xml" Id="R3d33b177de9f47d7" /><Relationship Type="http://schemas.openxmlformats.org/officeDocument/2006/relationships/hyperlink" Target="https://raw.githack.com/yq688m3JT/genAI_final/ae9c84ea574e9f8c48c84f1863ce82f77ea4f24e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ffcb1cef984548" /><Relationship Type="http://schemas.openxmlformats.org/officeDocument/2006/relationships/notesSlide" Target="/ppt/notesSlides/notesSlide2.xml" Id="Rf49106043be346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197620a8434b74" /><Relationship Type="http://schemas.openxmlformats.org/officeDocument/2006/relationships/notesSlide" Target="/ppt/notesSlides/notesSlide3.xml" Id="R73bb630926154e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d5b53cab284034" /><Relationship Type="http://schemas.openxmlformats.org/officeDocument/2006/relationships/notesSlide" Target="/ppt/notesSlides/notesSlide4.xml" Id="R8081fce170754d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e97846c8c441bb" /><Relationship Type="http://schemas.openxmlformats.org/officeDocument/2006/relationships/image" Target="/ppt/media/image.png" Id="R5884ccb16819452c" /><Relationship Type="http://schemas.openxmlformats.org/officeDocument/2006/relationships/notesSlide" Target="/ppt/notesSlides/notesSlide5.xml" Id="R027ef8c8f84a45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46bcc0c229442a" /><Relationship Type="http://schemas.openxmlformats.org/officeDocument/2006/relationships/image" Target="/ppt/media/image2.png" Id="R1a83b971b76f4418" /><Relationship Type="http://schemas.openxmlformats.org/officeDocument/2006/relationships/notesSlide" Target="/ppt/notesSlides/notesSlide6.xml" Id="Rca5c33d6079348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3cb1c5ec0048c5" /><Relationship Type="http://schemas.openxmlformats.org/officeDocument/2006/relationships/image" Target="/ppt/media/image3.png" Id="R3e99a8175f6b4330" /><Relationship Type="http://schemas.openxmlformats.org/officeDocument/2006/relationships/notesSlide" Target="/ppt/notesSlides/notesSlide7.xml" Id="R61845453d1c84d42" /><Relationship Type="http://schemas.openxmlformats.org/officeDocument/2006/relationships/hyperlink" Target="https://raw.githack.com/yq688m3JT/genAI_final/ae9c84ea574e9f8c48c84f1863ce82f77ea4f24e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A75212-C959-495C-A4BA-3FF06CB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D1D39-F9C3-47A8-82BD-A9EC18A6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724D6F-A28C-4E6F-8D70-B363880E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CD9E7-8B5A-4851-A0FE-8F1B3B6A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2D1C9-28D8-4447-A7B2-66C16D1B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FC23B-6771-40C7-B19D-CD6F2869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AEF81-651B-4CDA-881E-126486DF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C7766-19A5-467D-96A4-E92A44D3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E4BF2-ECA5-487E-B223-5803942A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7B0F5-D497-49F1-AE6B-68EF7FB6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A1E72-C5BB-4265-BEC9-F050E613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3817F-B063-49FE-B0CC-EC01DA2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211C8-76D1-43D3-A89B-86EEF0B5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5E9D0-9AAE-4EAF-9C8B-82498C5E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126ECF-1B0B-4637-88C1-C2427BB2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F923-14AF-4014-A70A-7F0B047B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F03467-7368-4D7A-A78E-6532F6B7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20527933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F2FBDB-BE25-4348-BF83-5E19A22E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9C2ADAA-99F7-4541-8824-C6D1E092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2E1B26B-1176-4021-B233-ACAF1B22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F3BD3-9DBB-4D6C-BAFA-68ED059E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076945-E09E-49A3-89F9-84077BFE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11E6C-B5D9-4B20-8335-6D28B74E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1FC4E-AFBB-4F50-9C0D-02931CAA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586C9-BEEE-43A7-9872-0F2B09FD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C35967-2AD7-494F-A79B-6B2500BE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A22A-836B-481E-8D23-B862D8C5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8C3D6-BB65-47F8-A51D-03CCA813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F028C7-111C-439D-9A02-48C21646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E433C-FD00-4BBA-AC6D-8E690BB5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139907-0756-4ACB-946F-4C28CF79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D5356-1861-40EC-972A-297297A5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7E61CA-1B89-44B7-BD3A-287F4DBA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14AFF-5A73-479B-A92F-941FBD47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1EC2AD-965F-41D2-B4F6-FDB1F8B1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E2D736-4FBF-4824-A6A6-F1518079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5A4CD4-BC24-45FC-9849-F2ECD5DD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41A71-111A-41FB-9E3A-643A88E7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35C923-0FC8-4A38-B253-8C671FD5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6F769-4B40-43E9-9CB0-601AF2A2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570C2F-268C-41B2-B8A1-7DA37931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9F6F10-6019-4871-A0A3-BBFAADA9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7714A8-8BE2-4130-A99D-3D675E33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7448435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87A30B-7110-4E72-8E65-E0DEB9CB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6C3EE51-1359-46CE-A5FD-CFDB80A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D08F4C7-470F-4FE8-9291-68DDFD12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F98F8-4F26-4BAA-A749-3D9FD76C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DD5C4-FD2A-43B7-9C5E-9D521B01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2DF7E-BABB-4A40-BDDF-FD88AFC5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26692-DBE0-4468-967D-F4C48AF7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F09A6-20E5-48BC-B201-FFB2D78D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68EF6-1BE5-4E0A-B794-7D7233A9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D5A5D-EF02-4686-AF1A-5384697B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72ED4-845A-4ED2-AA40-45934801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94019-B844-4F2D-A656-6316A597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C2A09-C718-4081-9B8F-A413CEE3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DB6361-03F7-48F2-8607-AD2CD8ED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C8299-C279-4A38-9CF8-2FD07F44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C8755B-AD43-4389-BD0E-BC2E9121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0C2CC-080E-4A8B-A8E9-8264A4CC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DE596A-2E6D-462B-8236-4EA4B01E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BC857C-9006-4714-AB85-1350F89C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A6A206-C6EB-44DD-A3B1-309A46D1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242647-118D-48AB-93CC-4121ACF2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A89CC8-6B72-4BB8-A616-AF4AF6A5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BCF1F3-ECEE-42F8-90D3-7A5F67F2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297642-C041-4C62-B015-1E7312EB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5F16F8-F8EB-49F9-ADD5-1BE0BE5A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08A834-DC01-4EAE-B526-60F757A6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0033C7-D703-4E50-BCD0-6D328581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423DB8-8B39-4BF5-AD68-7D8B024D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60F69F-87E4-4A17-96E9-3D6187DF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20675413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F56CB9-2285-45CF-A02A-26E6AD56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FCB9C84-4B86-4C6D-811F-77E16F2D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4FC2954-CB1A-45C4-A8C7-E99143FC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94A82-3C2C-4098-A01D-83C8126E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163D8-667F-40E0-A613-F99E4610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D67DC-7709-4FB4-9945-B18A9FA0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913AF-9E01-4A36-9FCC-9119818D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BA2A6-2EFD-4E37-972F-0E6C0F5B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C9B550-F5CE-43AF-811B-9F9C5E22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E9298-34D2-4657-AFC0-461159F5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D4C6F-6385-4E12-94A0-41754737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4B1F7E-E7DD-4A63-9604-08383D72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706B98-9551-440A-8741-89685D2B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A081BD-50C7-404A-A2F8-8FEA7874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F5E445-022B-4556-BEF1-2B487FDC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8EDBE5-47C8-474E-8B00-AE97D9A8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70756-45E0-485C-9CC9-70F8CB50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3FFED-AA61-47FE-AB15-A528A495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27384B-4D52-475F-B258-FAC61D5D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DA5D5F-9ECA-4872-8D90-353CDE54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6B10A7-CF4C-493E-A886-9DFA6A8D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CDBA71-8721-46E8-AC63-9EF3A51E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4D556-D0AE-4ACC-9802-FFB528F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E23D59-9A02-46D8-9353-06E06036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A39B43-872C-4302-8C6C-0FB8B714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E76B2A-183E-47FF-8302-9B5C422B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5518802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224E7C-0167-47DA-B58E-4F0EC238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A56B77C-09C8-49FB-83B1-5AA03C0D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7E74AC0-3F51-49C8-B718-0974675C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900B6-1F70-4FB3-B790-17AA662D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B3DDA9-435F-4034-BA9B-93A7CA7A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8D62CB-D8A3-44FC-85A6-3007554E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4ccb16819452c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B80702-B01B-4C9E-9C66-8B1EAF41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032647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BF77F5-70D7-45C8-A76B-CDC10499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D3AD4AF-ADB7-4936-8C8D-48BA7E21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35DA3EC-71FB-4979-BC4D-9FCB3E83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E9576-952A-4899-8112-4009056C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C5543-4F5E-4A83-93C9-A85D55B6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FAACC-66FD-471D-A162-A776A1C5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83b971b76f4418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6A1EA-D5F3-4752-B05B-04ED0437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235091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83D669-00FF-4A25-A242-8D768F3E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EAD8F88-0F51-47D6-9928-71FBE484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F0262BD-1E5E-4129-8DF9-886AAB7F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CLICKABLE BROWSER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55E4F-F76E-477C-B7DB-882571B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Open the static web demo from the slide, then show intake, data, evaluation, and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B63BC-CF78-420A-942D-7612D754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F19FC6-FEE1-4365-9C26-77169869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9a8175f6b4330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E33EC-7F36-4A6A-B3BA-E1334863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0E0D3-EC72-4BE0-A1AD-998F4926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70D16-67E1-4213-9146-D74B4590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705475"/>
            <a:ext cx="453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BROWSER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6040C-98B0-4CD5-B94D-846CB321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115050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3542826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2026-05-11T13:15:06.0330000Z</dcterms:created>
  <dcterms:modified xsi:type="dcterms:W3CDTF">2026-05-11T13:15:06.0330000Z</dcterms:modified>
</coreProperties>
</file>