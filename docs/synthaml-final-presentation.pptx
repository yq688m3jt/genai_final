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b48abc84304a1a" /><Relationship Type="http://schemas.openxmlformats.org/officeDocument/2006/relationships/extended-properties" Target="/docProps/app.xml" Id="R4ccb05a0fc7c412b" /><Relationship Type="http://schemas.openxmlformats.org/officeDocument/2006/relationships/officeDocument" Target="/ppt/presentation.xml" Id="R7228a5b957b64e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fe4bcdfedf4e7d"/>
  </p:sldMasterIdLst>
  <p:notesMasterIdLst>
    <p:notesMasterId xmlns:r="http://schemas.openxmlformats.org/officeDocument/2006/relationships" r:id="R7ee79b8dce8d4777"/>
  </p:notesMasterIdLst>
  <p:sldIdLst>
    <p:sldId xmlns:r="http://schemas.openxmlformats.org/officeDocument/2006/relationships" id="256" r:id="R29e7c01aaf5d4a8b"/>
    <p:sldId xmlns:r="http://schemas.openxmlformats.org/officeDocument/2006/relationships" id="257" r:id="R94c03c032de5496c"/>
    <p:sldId xmlns:r="http://schemas.openxmlformats.org/officeDocument/2006/relationships" id="258" r:id="R9b042871efff4313"/>
    <p:sldId xmlns:r="http://schemas.openxmlformats.org/officeDocument/2006/relationships" id="259" r:id="R53a617b5ea9249e4"/>
    <p:sldId xmlns:r="http://schemas.openxmlformats.org/officeDocument/2006/relationships" id="260" r:id="R8f3fc4e005cb473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fe4bcdfedf4e7d" /><Relationship Type="http://schemas.openxmlformats.org/officeDocument/2006/relationships/theme" Target="/ppt/theme/theme1.xml" Id="R0efc024ab1894f27" /><Relationship Type="http://schemas.openxmlformats.org/officeDocument/2006/relationships/notesMaster" Target="/ppt/notesMasters/notesMaster1.xml" Id="R7ee79b8dce8d4777" /><Relationship Type="http://schemas.openxmlformats.org/officeDocument/2006/relationships/presProps" Target="/ppt/presProps.xml" Id="R813dc6e713404d14" /><Relationship Type="http://schemas.openxmlformats.org/officeDocument/2006/relationships/viewProps" Target="/ppt/viewProps.xml" Id="R5f1c79aac36f496e" /><Relationship Type="http://schemas.openxmlformats.org/officeDocument/2006/relationships/tableStyles" Target="/ppt/tableStyles.xml" Id="R2e6daa66ec354d7e" /><Relationship Type="http://schemas.openxmlformats.org/officeDocument/2006/relationships/slide" Target="/ppt/slides/slide1.xml" Id="R29e7c01aaf5d4a8b" /><Relationship Type="http://schemas.openxmlformats.org/officeDocument/2006/relationships/slide" Target="/ppt/slides/slide2.xml" Id="R94c03c032de5496c" /><Relationship Type="http://schemas.openxmlformats.org/officeDocument/2006/relationships/slide" Target="/ppt/slides/slide3.xml" Id="R9b042871efff4313" /><Relationship Type="http://schemas.openxmlformats.org/officeDocument/2006/relationships/slide" Target="/ppt/slides/slide4.xml" Id="R53a617b5ea9249e4" /><Relationship Type="http://schemas.openxmlformats.org/officeDocument/2006/relationships/slide" Target="/ppt/slides/slide5.xml" Id="R8f3fc4e005cb47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cc15de7fb654c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7f60b8f0fe49ab" /><Relationship Type="http://schemas.openxmlformats.org/officeDocument/2006/relationships/notesMaster" Target="/ppt/notesMasters/notesMaster1.xml" Id="R37178984256244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382789177f4555" /><Relationship Type="http://schemas.openxmlformats.org/officeDocument/2006/relationships/notesMaster" Target="/ppt/notesMasters/notesMaster1.xml" Id="R28f45d42aa9e4d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478b3b23424ca3" /><Relationship Type="http://schemas.openxmlformats.org/officeDocument/2006/relationships/notesMaster" Target="/ppt/notesMasters/notesMaster1.xml" Id="R3cafeee7c3124e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818f8b87a84a77" /><Relationship Type="http://schemas.openxmlformats.org/officeDocument/2006/relationships/notesMaster" Target="/ppt/notesMasters/notesMaster1.xml" Id="R7a57df2cf0b446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80277ab6574af8" /><Relationship Type="http://schemas.openxmlformats.org/officeDocument/2006/relationships/notesMaster" Target="/ppt/notesMasters/notesMaster1.xml" Id="R1eebac2eae5e41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1abab3bf3415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248bf5bd3c34531" /><Relationship Type="http://schemas.openxmlformats.org/officeDocument/2006/relationships/slideLayout" Target="/ppt/slideLayouts/slideLayout2.xml" Id="Rdff81ff351294a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f81ff351294a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9e3af5ce75466c" /><Relationship Type="http://schemas.openxmlformats.org/officeDocument/2006/relationships/notesSlide" Target="/ppt/notesSlides/notesSlide1.xml" Id="R7e9654808bd046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eef7ac6cb049fb" /><Relationship Type="http://schemas.openxmlformats.org/officeDocument/2006/relationships/notesSlide" Target="/ppt/notesSlides/notesSlide2.xml" Id="R55f108fe669442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fb7b83cd22409a" /><Relationship Type="http://schemas.openxmlformats.org/officeDocument/2006/relationships/notesSlide" Target="/ppt/notesSlides/notesSlide3.xml" Id="R8f5ebe1a3c3149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99cac91e604a72" /><Relationship Type="http://schemas.openxmlformats.org/officeDocument/2006/relationships/notesSlide" Target="/ppt/notesSlides/notesSlide4.xml" Id="Re414c4f8386246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72b0b91cc2462a" /><Relationship Type="http://schemas.openxmlformats.org/officeDocument/2006/relationships/notesSlide" Target="/ppt/notesSlides/notesSlide5.xml" Id="Rd70518b6bdc54c3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9C7065-68CA-465E-BB21-D5D8F450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4AA5E-0339-41D5-A321-B127DEBC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B14A4-3586-4412-9623-5BE83B57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A9086-ECDB-44F8-B545-6947A87B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62BE2-CD14-42D6-99CC-98770AC0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ABF4A-A1AF-4747-BFA0-58C8BE0B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5773A-82EA-45FD-96F2-E7DFDE7B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2E82-DF4D-4FC9-8328-8107911F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C1EBE7-48BF-4C12-9D25-69948105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8F23B9-C2DE-45DE-95F5-38E2B257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29A785-7D0B-4DE3-A739-A25AE30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D4DB3-F0CB-452F-ACAC-1E21F5AD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34D5EC-A277-4FEF-9B99-C0146625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6EBF68-4F9B-4363-BCF3-62C0E35B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AE864-6A43-4C6E-8CF4-C6A167F5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28A4A6-42C4-4F5B-A19F-D452246C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demo</a:t>
            </a:r>
          </a:p>
        </p:txBody>
      </p:sp>
    </p:spTree>
    <p:extLst>
      <p:ext uri="{BB962C8B-B14F-4D97-AF65-F5344CB8AC3E}">
        <p14:creationId xmlns:p14="http://schemas.microsoft.com/office/powerpoint/2010/main" val="1280508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221212-9672-4D56-90CF-6DCFCE66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EDFC97D-7C42-4E3C-B011-A1112DA7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251E6D1-3CBE-4D3C-B029-440714B3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19825-27D4-43A5-BA8C-675CE305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FBEBE-E8DD-4A66-9DDF-51E6952C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622BE-EF43-45E1-9FB4-852247BE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8AD4D-D34C-4B8C-B589-FD77CF14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133EA-D787-45A2-A7D9-662ED4FA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270E5-41B2-4F4D-8EAA-5C97AC7F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1B6051-154D-444E-8FC1-2F922C42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D46A60-0ED5-42B2-8A90-451DB63A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E34C7-0176-4986-9228-C9C96373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D2E08-31B0-4C64-83BC-DE6A8E24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3265AA-CEF3-407C-AA67-985BB5D4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6B9418-19EC-4384-A3B2-DD4D72B2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8C8CE8-7B1E-4EC4-ABCD-8DB8F87F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ACCDEF-2C3A-4736-9221-24EE84C6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CF526E-8B4C-44FD-8876-7E1F5742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374DE8-E6CE-424C-A10E-58795A39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BAF52-9156-41B6-AE52-F18EB949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11B2C1-EFAA-4F54-BAA6-EB9484B3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CE437E-A474-4735-8E05-8CB2ABA4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B2B26B-EF1B-467F-8D5C-428F9DD3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B2A71-6BEF-4E27-A9FA-2F435A96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E65D3B-0D22-4238-982D-FD735F69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E160E7-BE72-47AE-BAEE-DEC413C7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55021177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B04866-69F3-420A-BD8D-CE814FC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7F2851D-B0AC-437C-B699-584A7BB7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A38BA42-CD53-4AE7-B937-B4BDCA74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18849-BE2E-452B-AA04-C509068A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F4C47-13C1-4F17-B476-CDEB337D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802B4-5C60-43E0-9881-09EC0F44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08368-8237-40C7-91FD-5A6BB922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743FC-4A99-46D5-9BEB-4600CB97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B8F0B-0556-4822-A463-7C3FC071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58C24-655F-475A-BB5D-04DBC9A2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AC7AE-DC41-4662-8EBD-1DDE913C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511E9D-33B3-4752-9F67-5B18B2C8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3EB690-A1BE-4199-B92B-98F83673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22390-9963-4012-9BCE-16282028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248EB9-7FE5-44C1-AD22-A9190BB2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678180-3A4D-484D-B6F6-CB56C646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5C1FB-A2F8-4ECB-B953-8C1A12B1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6E58C-1F5E-4335-8B90-21090310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7934AB-B530-4208-AA5C-3B22EF43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5A2D8B-BE8B-4443-A99E-393A7DB1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83236B-40E2-4D62-B76C-DEB2071E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25002B-5EC7-46F0-8859-03D84C94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8A2B8-D7E2-43C4-B893-9D5521A2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C1A2B5-5052-453E-AD5A-57241767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C812D7-8952-4F08-A4A4-8D18C48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38C700-D33E-4191-9AF8-73A72A97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CD4CF6-F36C-4507-B9CB-0227F5BA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0B0C76-799E-4EA9-A2F2-2CBD3EC5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04DCA-1337-4F66-807E-56BB26D6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7850138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33FA9D-B7A8-422F-99D0-57615C30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4772922-870B-44BB-9D6B-6E789359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6B4AA3E-622D-4A76-9AE3-A2F90250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F8B70-4E9F-42C9-B104-A52D8483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3C4E6-0309-4E86-8D21-5086257E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973CA-922B-4BEA-B29D-F6A3FC2A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BCD02-3AC6-46D7-AEE8-BACB656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2C7E4-0DD0-40FB-A1AE-667E1277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AAC1E-6D74-4761-A75A-41A6A277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04B96-5E2A-4722-885F-9C5B41AF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10698-73BF-4BFB-AF07-9367B73D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09876-E155-453A-9ED4-EDF6A8CF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C3D4B-3298-4712-B1F3-3E45BDFF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3002E-A5A8-41BD-923D-F4767AE7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108013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3C65D9-6B9A-4BC9-AFCB-AFFE1FA1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0.189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9C3DC-6593-4604-930C-81D01C26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A8E3D9-649B-4FC8-AD7D-8E0DBED3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55B00-279B-426B-8884-EFD46D44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01DFF3-A274-406E-B53E-DF6206DB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4D70EA-335D-4F99-9143-3C67D482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52259A-2251-46AB-9977-31F39C3D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6FEA7-4FBC-41A4-AD06-BE309C0F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277AE-E840-430D-8E68-9A01EBAB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FE79AE-BF27-4C3F-898A-E62FF8F1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777175-10A6-4AB9-8CC1-F9B4EEF3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19014F-9974-4EE1-9E6A-DE895DA0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0.110</a:t>
            </a:r>
          </a:p>
        </p:txBody>
      </p:sp>
    </p:spTree>
    <p:extLst>
      <p:ext uri="{BB962C8B-B14F-4D97-AF65-F5344CB8AC3E}">
        <p14:creationId xmlns:p14="http://schemas.microsoft.com/office/powerpoint/2010/main" val="4353005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22B86C-ADDC-4DE9-B351-CDCBE663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44ABD94-3EDD-492B-AA09-C5ED9F32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FD6A0D2-9754-48D3-9158-01D9B570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AFDB7-A8D3-4E56-9136-2301E0FE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57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demo shows the artifact is usable: paste, generate, evaluate,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DCFA5-82F5-4B21-AB8D-6B786713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39E35-AA44-4289-BEB6-8101701C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Demo playthrough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2DD6E-39F0-469D-A61D-C64FB3D6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0:00-0:15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83502-2DCF-47F3-8503-2CAC98F0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4955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59B96E-D0A4-4E90-A1BE-21960BF9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431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Open app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CF1FF6-C65F-477E-93EE-B08EBC4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SynthAML running at localhost and the sample warning 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0DBCC-29BC-42BE-8F3C-43EAA7AE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0:15-0:30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43F78B-CEE6-4A9B-9813-D0C632FB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3147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CD3AB-AD77-4044-ADE6-9B572786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Inspect typology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B9C03-FE1E-4BC8-93F4-9B60DD48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0040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Point to extracted regions, narratives, methods, and amount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3B02E-E54C-48CE-9D58-D6FD42D5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955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0:30-0:45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D6785-F4A9-4EF8-9B5D-F777174C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338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72C24-749C-416E-BDD2-4A8DB961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814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36F958-09E1-4F9F-B7B0-C7FB55EB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1955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labeled records plus the timing or amount chart.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AB524-CE9E-46FA-86B6-9EA58838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387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0E7C66"/>
                </a:solidFill>
                <a:latin typeface="Aptos Mono"/>
                <a:ea typeface="Aptos Mono"/>
                <a:cs typeface="Aptos Mono"/>
              </a:rPr>
              <a:t>0:45-1:00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01CCA8-C71F-4A4E-8C93-43D66E9F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5300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41978F-28CA-4F49-9428-F51237AA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006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Evaluate/export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B25E5-3A3F-485C-8E8F-9D5DE7F7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38700"/>
            <a:ext cx="495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Open Evaluation tab, show baseline gap, then download CSV.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EF5BF3-47AD-4C7E-8B6A-62D0AD3D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BB7BA-F4BF-48A9-A7D1-5C1914F6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066800"/>
            <a:ext cx="190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Close with: human review stays in the loop.</a:t>
            </a:r>
          </a:p>
        </p:txBody>
      </p:sp>
    </p:spTree>
    <p:extLst>
      <p:ext uri="{BB962C8B-B14F-4D97-AF65-F5344CB8AC3E}">
        <p14:creationId xmlns:p14="http://schemas.microsoft.com/office/powerpoint/2010/main" val="15644169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2026-05-11T09:23:15.8160000Z</dcterms:created>
  <dcterms:modified xsi:type="dcterms:W3CDTF">2026-05-11T09:23:15.8160000Z</dcterms:modified>
</coreProperties>
</file>